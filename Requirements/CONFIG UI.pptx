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9a8b914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9a8b91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99a8b914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99a8b914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952900" y="1212550"/>
            <a:ext cx="2817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473575" y="1176950"/>
            <a:ext cx="2196900" cy="64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473550" y="2503450"/>
            <a:ext cx="2196900" cy="64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2239650" y="335225"/>
            <a:ext cx="42654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845900" y="64200"/>
            <a:ext cx="31953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UI LAYOUT FOR ROLE SELECTION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4866600" y="700275"/>
            <a:ext cx="1599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239650" y="335225"/>
            <a:ext cx="42654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845900" y="64200"/>
            <a:ext cx="31953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UI LAYOUT FOR ADMIN SECTION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2616750" y="700275"/>
            <a:ext cx="996900" cy="25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6185400" y="675513"/>
            <a:ext cx="996900" cy="25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 </a:t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6237250" y="2834963"/>
            <a:ext cx="996900" cy="25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</a:t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2599425" y="2269513"/>
            <a:ext cx="996900" cy="25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394600" y="651850"/>
            <a:ext cx="16821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CAMERA SELECTION   :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3371275" y="765475"/>
            <a:ext cx="200750" cy="124600"/>
          </a:xfrm>
          <a:prstGeom prst="flowChartMerg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2651350" y="1112988"/>
            <a:ext cx="962400" cy="20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 0</a:t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2651350" y="1387013"/>
            <a:ext cx="962400" cy="20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 1</a:t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2651350" y="1661050"/>
            <a:ext cx="962400" cy="20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 2</a:t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4285100" y="675525"/>
            <a:ext cx="1599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FAILSAFE      :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4285100" y="2834975"/>
            <a:ext cx="1599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BRAKING     </a:t>
            </a:r>
            <a:r>
              <a:rPr lang="en" sz="1000">
                <a:solidFill>
                  <a:schemeClr val="dk2"/>
                </a:solidFill>
              </a:rPr>
              <a:t>: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36150" y="2244775"/>
            <a:ext cx="1599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THRESHO</a:t>
            </a:r>
            <a:r>
              <a:rPr lang="en" sz="1000">
                <a:solidFill>
                  <a:schemeClr val="dk2"/>
                </a:solidFill>
              </a:rPr>
              <a:t>L</a:t>
            </a:r>
            <a:r>
              <a:rPr lang="en" sz="1000">
                <a:solidFill>
                  <a:schemeClr val="dk2"/>
                </a:solidFill>
              </a:rPr>
              <a:t>D</a:t>
            </a:r>
            <a:r>
              <a:rPr lang="en" sz="1000">
                <a:solidFill>
                  <a:schemeClr val="dk2"/>
                </a:solidFill>
              </a:rPr>
              <a:t>: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6943450" y="740725"/>
            <a:ext cx="159125" cy="124600"/>
          </a:xfrm>
          <a:prstGeom prst="flowChartMerg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6185400" y="1106725"/>
            <a:ext cx="996900" cy="20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6185400" y="1454625"/>
            <a:ext cx="996900" cy="20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6237250" y="3239850"/>
            <a:ext cx="996900" cy="20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6237250" y="3559200"/>
            <a:ext cx="996900" cy="20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7023175" y="2900175"/>
            <a:ext cx="159125" cy="124600"/>
          </a:xfrm>
          <a:prstGeom prst="flowChartMerg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394600" y="2969850"/>
            <a:ext cx="1599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ZONE SELECTION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2575125" y="2965200"/>
            <a:ext cx="996900" cy="25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3316075" y="3030400"/>
            <a:ext cx="159125" cy="124600"/>
          </a:xfrm>
          <a:prstGeom prst="flowChartMerg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2592375" y="3311988"/>
            <a:ext cx="962400" cy="20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Zone 0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2592375" y="3611388"/>
            <a:ext cx="962400" cy="20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Zone 1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436150" y="4120900"/>
            <a:ext cx="1599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ZONE POINTS :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2575125" y="4059600"/>
            <a:ext cx="1045500" cy="92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DEFAULT : </a:t>
            </a:r>
            <a:br>
              <a:rPr lang="en" sz="900"/>
            </a:br>
            <a:r>
              <a:rPr lang="en" sz="900"/>
              <a:t>EX:</a:t>
            </a:r>
            <a:br>
              <a:rPr lang="en" sz="900"/>
            </a:br>
            <a:r>
              <a:rPr lang="en" sz="900"/>
              <a:t>[640, 480]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[600, 0]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[0, 0]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[0, 480]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/>
        </p:nvSpPr>
        <p:spPr>
          <a:xfrm>
            <a:off x="4866600" y="700275"/>
            <a:ext cx="1599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2239650" y="335225"/>
            <a:ext cx="42654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2845900" y="64200"/>
            <a:ext cx="31953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UI LAYOUT FOR USER  SECTION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6185400" y="675513"/>
            <a:ext cx="996900" cy="25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 </a:t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6185400" y="2186313"/>
            <a:ext cx="996900" cy="25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470800" y="651850"/>
            <a:ext cx="16821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4285100" y="675525"/>
            <a:ext cx="1599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FAILSAFE      :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4215875" y="2186325"/>
            <a:ext cx="1599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BRAKING     :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436150" y="2244775"/>
            <a:ext cx="1599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6943450" y="740725"/>
            <a:ext cx="159125" cy="124600"/>
          </a:xfrm>
          <a:prstGeom prst="flowChartMerg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6185400" y="1106725"/>
            <a:ext cx="996900" cy="20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6185400" y="1454625"/>
            <a:ext cx="996900" cy="20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185400" y="2617525"/>
            <a:ext cx="996900" cy="20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6185400" y="2965425"/>
            <a:ext cx="996900" cy="20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6943450" y="2251525"/>
            <a:ext cx="159125" cy="124600"/>
          </a:xfrm>
          <a:prstGeom prst="flowChartMerg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394600" y="794175"/>
            <a:ext cx="1599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ZONE SELECTION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2557875" y="818925"/>
            <a:ext cx="996900" cy="25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3316075" y="884125"/>
            <a:ext cx="159125" cy="124600"/>
          </a:xfrm>
          <a:prstGeom prst="flowChartMerg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2575125" y="1135238"/>
            <a:ext cx="962400" cy="20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Zone 0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2575125" y="1404163"/>
            <a:ext cx="962400" cy="20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Zone 1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36150" y="2037200"/>
            <a:ext cx="1599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ZONE POINTS :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2492025" y="2165375"/>
            <a:ext cx="1045500" cy="92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DEFAULT : </a:t>
            </a:r>
            <a:br>
              <a:rPr lang="en" sz="900"/>
            </a:br>
            <a:r>
              <a:rPr lang="en" sz="900"/>
              <a:t>EX:</a:t>
            </a:r>
            <a:br>
              <a:rPr lang="en" sz="900"/>
            </a:br>
            <a:r>
              <a:rPr lang="en" sz="900"/>
              <a:t>[640, 480]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[600, 0]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[0, 0]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[0, 480]</a:t>
            </a:r>
            <a:endParaRPr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